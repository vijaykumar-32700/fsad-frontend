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Algorithms: Definition &amp;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presentation on algorithms, their definition, characteristics, and specification methods.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step-by-step procedure to solve a problem.</a:t>
            </a:r>
          </a:p>
          <a:p>
            <a:r>
              <a:t>Like a recipe in real life.</a:t>
            </a:r>
          </a:p>
          <a:p>
            <a:r>
              <a:t>Example: Making tea or cooking.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algorithm is a finite set of well-defined instructions that takes input and produces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</a:t>
            </a:r>
          </a:p>
          <a:p>
            <a:r>
              <a:t>2. Output</a:t>
            </a:r>
          </a:p>
          <a:p>
            <a:r>
              <a:t>3. Definiteness</a:t>
            </a:r>
          </a:p>
          <a:p>
            <a:r>
              <a:t>4. Finiteness</a:t>
            </a:r>
          </a:p>
          <a:p>
            <a:r>
              <a:t>5. Effectiveness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Add two numbers</a:t>
            </a:r>
          </a:p>
          <a:p>
            <a:r>
              <a:t>1. Start</a:t>
            </a:r>
          </a:p>
          <a:p>
            <a:r>
              <a:t>2. Input A, B</a:t>
            </a:r>
          </a:p>
          <a:p>
            <a:r>
              <a:t>3. Sum = A + B</a:t>
            </a:r>
          </a:p>
          <a:p>
            <a:r>
              <a:t>4. Print Sum</a:t>
            </a:r>
          </a:p>
          <a:p>
            <a:r>
              <a:t>5. 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is the method of describing an algorithm clearly and precisely.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of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Natural Language</a:t>
            </a:r>
          </a:p>
          <a:p>
            <a:r>
              <a:t>2. Pseudocode</a:t>
            </a:r>
          </a:p>
          <a:p>
            <a:r>
              <a:t>3. Flowchart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Pseudocode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</a:t>
            </a:r>
          </a:p>
          <a:p>
            <a:r>
              <a:t>INPUT A, B</a:t>
            </a:r>
          </a:p>
          <a:p>
            <a:r>
              <a:t>SUM = A + B</a:t>
            </a:r>
          </a:p>
          <a:p>
            <a:r>
              <a:t>PRINT SUM</a:t>
            </a:r>
          </a:p>
          <a:p>
            <a:r>
              <a:t>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Specification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Avoids confusion</a:t>
            </a:r>
          </a:p>
          <a:p>
            <a:r>
              <a:t>Easy to implement</a:t>
            </a:r>
          </a:p>
          <a:p>
            <a:r>
              <a:t>Helps debugging</a:t>
            </a:r>
          </a:p>
          <a:p>
            <a:r>
              <a:t>Improves clarity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vs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Algorithm: Logic</a:t>
            </a:r>
          </a:p>
          <a:p>
            <a:r>
              <a:t>Program: Code</a:t>
            </a:r>
          </a:p>
          <a:p>
            <a:r>
              <a:t>Algorithm is language independent</a:t>
            </a:r>
          </a:p>
          <a:p>
            <a:r>
              <a:t>Program depends on language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 are the foundation of programming.</a:t>
            </a:r>
          </a:p>
          <a:p>
            <a:r>
              <a:t>Clear specification leads to better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
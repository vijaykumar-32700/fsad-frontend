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97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38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68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2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60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64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54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0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4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932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292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44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578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338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4287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55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5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Algorithms – Definition &amp;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algorithms</a:t>
            </a:r>
          </a:p>
          <a:p>
            <a:r>
              <a:t>Definition, characteristics, and specification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procedure to solve a problem</a:t>
            </a:r>
          </a:p>
          <a:p>
            <a:r>
              <a:t>Used in daily life</a:t>
            </a:r>
          </a:p>
          <a:p>
            <a:r>
              <a:t>Example: Making tea (Boil, Add, Serve)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Finite set of well-defined instructions</a:t>
            </a:r>
          </a:p>
          <a:p>
            <a:r>
              <a:t>Takes input, processes it, produces output</a:t>
            </a:r>
          </a:p>
          <a:p>
            <a:r>
              <a:t>Components: Input, Process,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– Takes data</a:t>
            </a:r>
          </a:p>
          <a:p>
            <a:r>
              <a:t>Output – Produces result</a:t>
            </a:r>
          </a:p>
          <a:p>
            <a:r>
              <a:t>Definiteness – Clear steps</a:t>
            </a:r>
          </a:p>
          <a:p>
            <a:r>
              <a:t>Finiteness – Ends after steps</a:t>
            </a:r>
          </a:p>
          <a:p>
            <a:r>
              <a:t>Effectiveness – Practical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two numbers</a:t>
            </a:r>
          </a:p>
          <a:p>
            <a:r>
              <a:t>Start</a:t>
            </a:r>
          </a:p>
          <a:p>
            <a:r>
              <a:t>Input A and B</a:t>
            </a:r>
          </a:p>
          <a:p>
            <a:r>
              <a:t>Sum = A + B</a:t>
            </a:r>
          </a:p>
          <a:p>
            <a:r>
              <a:t>Display result</a:t>
            </a:r>
          </a:p>
          <a:p>
            <a:r>
              <a:t>Stop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 of representing an algorithm</a:t>
            </a:r>
          </a:p>
          <a:p>
            <a:r>
              <a:t>Clear and precise description</a:t>
            </a:r>
          </a:p>
          <a:p>
            <a:r>
              <a:t>Helps understanding and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of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– Simple but ambiguous</a:t>
            </a:r>
          </a:p>
          <a:p>
            <a:r>
              <a:t>Pseudocode – Structured and easy</a:t>
            </a:r>
          </a:p>
          <a:p>
            <a:r>
              <a:t>Flowchart – Visual representation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Avoids confusion</a:t>
            </a:r>
          </a:p>
          <a:p>
            <a:r>
              <a:t>Makes coding easier</a:t>
            </a:r>
          </a:p>
          <a:p>
            <a:r>
              <a:t>Helps debugging</a:t>
            </a:r>
          </a:p>
          <a:p>
            <a:r>
              <a:t>Improves problem-solving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are foundation of programming</a:t>
            </a:r>
          </a:p>
          <a:p>
            <a:r>
              <a:t>Specification improves clarity and efficiency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161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Algorithms – Definition &amp; Specification</vt:lpstr>
      <vt:lpstr>What is an Algorithm?</vt:lpstr>
      <vt:lpstr>Definition of Algorithm</vt:lpstr>
      <vt:lpstr>Characteristics of Algorithm</vt:lpstr>
      <vt:lpstr>Example Algorithm</vt:lpstr>
      <vt:lpstr>Algorithm Specification</vt:lpstr>
      <vt:lpstr>Methods of Specification</vt:lpstr>
      <vt:lpstr>Importance of Specification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KHAJA AMEEN</cp:lastModifiedBy>
  <cp:revision>2</cp:revision>
  <dcterms:created xsi:type="dcterms:W3CDTF">2013-01-27T09:14:16Z</dcterms:created>
  <dcterms:modified xsi:type="dcterms:W3CDTF">2026-04-03T11:06:34Z</dcterms:modified>
  <cp:category/>
</cp:coreProperties>
</file>
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3971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338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3681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726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3602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4644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652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4541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805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643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79320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32924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9444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75789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03386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24287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5550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752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Algorithms – Definition &amp; Specification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algorithms</a:t>
            </a:r>
          </a:p>
          <a:p>
            <a:r>
              <a:t>Definition, characteristics, and specification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an Algorithm?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Step-by-step procedure to solve a problem</a:t>
            </a:r>
          </a:p>
          <a:p>
            <a:r>
              <a:t>Used in daily life</a:t>
            </a:r>
          </a:p>
          <a:p>
            <a:r>
              <a:t>Example: Making tea (Boil, Add, Serve)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 of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Finite set of well-defined instructions</a:t>
            </a:r>
          </a:p>
          <a:p>
            <a:r>
              <a:t>Takes input, processes it, produces output</a:t>
            </a:r>
          </a:p>
          <a:p>
            <a:r>
              <a:t>Components: Input, Process, Output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Characteristics of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 – Takes data</a:t>
            </a:r>
          </a:p>
          <a:p>
            <a:r>
              <a:t>Output – Produces result</a:t>
            </a:r>
          </a:p>
          <a:p>
            <a:r>
              <a:t>Definiteness – Clear steps</a:t>
            </a:r>
          </a:p>
          <a:p>
            <a:r>
              <a:t>Finiteness – Ends after steps</a:t>
            </a:r>
          </a:p>
          <a:p>
            <a:r>
              <a:t>Effectiveness – Practical steps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two numbers</a:t>
            </a:r>
          </a:p>
          <a:p>
            <a:r>
              <a:t>Start</a:t>
            </a:r>
          </a:p>
          <a:p>
            <a:r>
              <a:t>Input A and B</a:t>
            </a:r>
          </a:p>
          <a:p>
            <a:r>
              <a:t>Sum = A + B</a:t>
            </a:r>
          </a:p>
          <a:p>
            <a:r>
              <a:t>Display result</a:t>
            </a:r>
          </a:p>
          <a:p>
            <a:r>
              <a:t>Stop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 Specification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Method of representing an algorithm</a:t>
            </a:r>
          </a:p>
          <a:p>
            <a:r>
              <a:t>Clear and precise description</a:t>
            </a:r>
          </a:p>
          <a:p>
            <a:r>
              <a:t>Helps understanding and implementation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Methods of Specification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Natural Language – Simple but ambiguous</a:t>
            </a:r>
          </a:p>
          <a:p>
            <a:r>
              <a:t>Pseudocode – Structured and easy</a:t>
            </a:r>
          </a:p>
          <a:p>
            <a:r>
              <a:t>Flowchart – Visual representation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of Specification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Avoids confusion</a:t>
            </a:r>
          </a:p>
          <a:p>
            <a:r>
              <a:t>Makes coding easier</a:t>
            </a:r>
          </a:p>
          <a:p>
            <a:r>
              <a:t>Helps debugging</a:t>
            </a:r>
          </a:p>
          <a:p>
            <a:r>
              <a:t>Improves problem-solving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Algorithms are foundation of programming</a:t>
            </a:r>
          </a:p>
          <a:p>
            <a:r>
              <a:t>Specification improves clarity and efficiency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</TotalTime>
  <Words>161</Words>
  <Application>Microsoft Office PowerPoint</Application>
  <PresentationFormat>On-screen Show (4:3)</PresentationFormat>
  <Paragraphs>40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Garamond</vt:lpstr>
      <vt:lpstr>Organic</vt:lpstr>
      <vt:lpstr>Algorithms – Definition &amp; Specification</vt:lpstr>
      <vt:lpstr>What is an Algorithm?</vt:lpstr>
      <vt:lpstr>Definition of Algorithm</vt:lpstr>
      <vt:lpstr>Characteristics of Algorithm</vt:lpstr>
      <vt:lpstr>Example Algorithm</vt:lpstr>
      <vt:lpstr>Algorithm Specification</vt:lpstr>
      <vt:lpstr>Methods of Specification</vt:lpstr>
      <vt:lpstr>Importance of Specification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LENOVO</dc:creator>
  <cp:keywords/>
  <dc:description>generated using python-pptx</dc:description>
  <cp:lastModifiedBy>KHAJA AMEEN</cp:lastModifiedBy>
  <cp:revision>3</cp:revision>
  <dcterms:created xsi:type="dcterms:W3CDTF">2013-01-27T09:14:16Z</dcterms:created>
  <dcterms:modified xsi:type="dcterms:W3CDTF">2026-04-03T11:06:52Z</dcterms:modified>
  <cp:category/>
</cp:coreProperties>
</file>